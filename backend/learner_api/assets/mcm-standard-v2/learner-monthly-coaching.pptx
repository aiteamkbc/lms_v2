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07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D4011-5B17-A912-00BA-DF32C0D90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2E149-A7D0-A3BD-3629-720D1BAAB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A551-E266-892C-055F-B9CB34FE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8CA8F-4F1C-932F-D271-371CAD0F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0CD0B-9EC9-D0A6-8140-0BC64F07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425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7A45-0EA0-AE00-AC29-766224719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BAF4F-E1D3-D8D5-D551-4F0F25B11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1DAEC-5B55-6576-772C-508EF16D4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D466-112E-2C83-9D6A-4EB6E058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015E8-1C09-2F2D-1A03-1274FFB9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20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E104A-56D0-357A-7460-F99D31B6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35833-76B1-7175-4E30-4C4337F47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4320C-C34C-70AE-540D-5A17C3ED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5D63C-53DA-86D8-322A-71B3D2A1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E0CB-D493-7E68-BD2F-F2F54DD0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78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CCF9F-646B-D894-1A5F-BE9C01170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9607C-8A08-D9FE-E7E8-D0614F372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83E61-7DA4-EBF8-AC12-5E32135E8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06B69-380A-A3D8-8ED4-8CAD6127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DB98D-0643-0D6B-DEBC-BAC3A8BC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24481-1B14-5160-39FD-9672BE44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73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D20A-862E-F1F4-864A-3F381358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4966C-E89C-0627-368A-A3D6461E4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7EDD6-2E4B-C637-867E-F54C43DA4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2F80C-B488-31D7-BF4F-ED8A492BB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E0D8E-9C2B-03BD-61F2-071A32E63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405666-9103-A2FE-4BAB-97645E425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BF7E6-6284-8D2A-0D30-E7F91AC4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A621B-8B04-8B64-F694-E216C2B39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09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BE9C-14FE-1620-212B-0E8E5721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08CB37-A311-C97E-39E9-DB27D24B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73193-11FF-E279-93E3-45074827A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48758-C728-E454-859B-BBD4C26D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66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AD29FC-FDBD-E931-EB9F-79D70F57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B1B58-B208-CAA9-EA6E-2BA06C59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A114D-281A-D6C2-60CC-2E578BC4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69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EF08-28F7-27BC-A9E8-9DEE8DBE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E855F-CBEE-3251-6F67-6A2050D24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3E924-2F1A-8B76-343C-89B3748D7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F8150-9F30-0DFC-CD9B-672F4AC6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F2CE5-000F-D4F7-735B-37BF3B8F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EBE0C-97BF-685E-53FD-63D7A08A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601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E8B8-82CC-B39C-1709-693843F6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9FF7A-AB25-51B7-0485-766ACD20E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63799-EE11-F3A0-400D-A35D6CF59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29D52-0D69-F032-6E60-81B383FD5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54B83-758D-9B56-EE2A-B9AB63CA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2D122-160B-AE11-BCDF-DBD5F7961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21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7E7C-C222-94C1-4A3B-F56BC15B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0D3FA-0C6A-74CA-E718-E2A566E45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838BA-CC23-4458-CF28-82FAFADF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DF050-FA05-BE59-92C3-220C71FF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FCBE9-D2CA-06E8-A998-4F15EC39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056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54E6F-1FB6-52AB-C280-CCE4F2AAB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DF8C2-F334-C284-B39F-27E49B29C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B248-8E15-1540-3B77-D89C2D8CF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2D857-C062-D4CB-51D0-48F3B86EA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D37A7-B69E-6CCE-E459-2FFCAD05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549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E7C45-4AD8-8941-034C-E91C7D47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B355A-2801-580C-507D-05727033E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686C-3619-EA7A-B33F-55A88D2F5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4D99B-1B01-487C-B69D-60354D2B861E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4300E-8E5D-9547-0B0C-3E439F67F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1615D-36CC-1F52-A414-C67EACBC7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2FA72-10F6-4C4D-952E-CDE0621BD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34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/>
          <p:cNvSpPr/>
          <p:nvPr/>
        </p:nvSpPr>
        <p:spPr>
          <a:xfrm>
            <a:off x="4570242" y="475488"/>
            <a:ext cx="74840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3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Learner Monthly Coaching Meeting for 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Learner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9FBCEB12-BADF-C33F-6364-403FCE93EECD}"/>
              </a:ext>
            </a:extLst>
          </p:cNvPr>
          <p:cNvSpPr/>
          <p:nvPr/>
        </p:nvSpPr>
        <p:spPr>
          <a:xfrm>
            <a:off x="4684541" y="1229165"/>
            <a:ext cx="6253090" cy="457200"/>
          </a:xfrm>
          <a:prstGeom prst="roundRect">
            <a:avLst>
              <a:gd name="adj" fmla="val 30000"/>
            </a:avLst>
          </a:prstGeom>
          <a:solidFill>
            <a:srgbClr val="4E36C8"/>
          </a:solidFill>
          <a:ln w="12700">
            <a:solidFill>
              <a:srgbClr val="4E36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C267BFA-433F-933F-E2B0-2FAD95C101F2}"/>
              </a:ext>
            </a:extLst>
          </p:cNvPr>
          <p:cNvSpPr/>
          <p:nvPr/>
        </p:nvSpPr>
        <p:spPr>
          <a:xfrm>
            <a:off x="4772464" y="1365624"/>
            <a:ext cx="60244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Showcase my progress. Prove my impact. Build confidence for EPA.</a:t>
            </a:r>
            <a:endParaRPr lang="en-US" sz="15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8D4F531-6C40-1584-898A-8037EBE9BC7E}"/>
              </a:ext>
            </a:extLst>
          </p:cNvPr>
          <p:cNvSpPr/>
          <p:nvPr/>
        </p:nvSpPr>
        <p:spPr>
          <a:xfrm>
            <a:off x="658368" y="2423160"/>
            <a:ext cx="5120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03A6B"/>
                </a:solidFill>
              </a:rPr>
              <a:t>Use this deck each month to turn your learning into a clear professional story — what you learned, how you applied it, and the value you created at work.</a:t>
            </a:r>
            <a:endParaRPr lang="en-US" sz="17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F6E1C4-1E18-06BF-CC19-37E5552E3749}"/>
              </a:ext>
            </a:extLst>
          </p:cNvPr>
          <p:cNvGrpSpPr/>
          <p:nvPr/>
        </p:nvGrpSpPr>
        <p:grpSpPr>
          <a:xfrm>
            <a:off x="795528" y="4370832"/>
            <a:ext cx="4517136" cy="310896"/>
            <a:chOff x="795528" y="4370832"/>
            <a:chExt cx="4517136" cy="310896"/>
          </a:xfrm>
        </p:grpSpPr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C056CCB7-5140-32D7-401A-F5709E31466D}"/>
                </a:ext>
              </a:extLst>
            </p:cNvPr>
            <p:cNvSpPr/>
            <p:nvPr/>
          </p:nvSpPr>
          <p:spPr>
            <a:xfrm>
              <a:off x="795528" y="4370832"/>
              <a:ext cx="310896" cy="310896"/>
            </a:xfrm>
            <a:prstGeom prst="ellipse">
              <a:avLst/>
            </a:prstGeom>
            <a:solidFill>
              <a:srgbClr val="6B5AE0"/>
            </a:solidFill>
            <a:ln w="12700">
              <a:solidFill>
                <a:srgbClr val="6B5AE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48DACF6D-F207-65CF-F34C-ADC5AF676186}"/>
                </a:ext>
              </a:extLst>
            </p:cNvPr>
            <p:cNvSpPr/>
            <p:nvPr/>
          </p:nvSpPr>
          <p:spPr>
            <a:xfrm>
              <a:off x="2807208" y="4370832"/>
              <a:ext cx="310896" cy="310896"/>
            </a:xfrm>
            <a:prstGeom prst="ellipse">
              <a:avLst/>
            </a:prstGeom>
            <a:solidFill>
              <a:srgbClr val="D8A23D"/>
            </a:solidFill>
            <a:ln w="12700">
              <a:solidFill>
                <a:srgbClr val="D8A23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F13C3D85-B47F-72FB-3B38-65FD9658F7E6}"/>
                </a:ext>
              </a:extLst>
            </p:cNvPr>
            <p:cNvSpPr/>
            <p:nvPr/>
          </p:nvSpPr>
          <p:spPr>
            <a:xfrm>
              <a:off x="5001768" y="4370832"/>
              <a:ext cx="310896" cy="310896"/>
            </a:xfrm>
            <a:prstGeom prst="ellipse">
              <a:avLst/>
            </a:prstGeom>
            <a:solidFill>
              <a:srgbClr val="6B5AE0"/>
            </a:solidFill>
            <a:ln w="12700">
              <a:solidFill>
                <a:srgbClr val="6B5AE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EBBA6CB-6E18-3825-329A-8CA0019B44DB}"/>
              </a:ext>
            </a:extLst>
          </p:cNvPr>
          <p:cNvGrpSpPr/>
          <p:nvPr/>
        </p:nvGrpSpPr>
        <p:grpSpPr>
          <a:xfrm>
            <a:off x="480064" y="4761912"/>
            <a:ext cx="5212080" cy="182880"/>
            <a:chOff x="594360" y="4709160"/>
            <a:chExt cx="5212080" cy="182880"/>
          </a:xfrm>
        </p:grpSpPr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5D811FE3-4340-65EF-2E5D-FA503768ED4C}"/>
                </a:ext>
              </a:extLst>
            </p:cNvPr>
            <p:cNvSpPr/>
            <p:nvPr/>
          </p:nvSpPr>
          <p:spPr>
            <a:xfrm>
              <a:off x="594360" y="4709160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A2356"/>
                  </a:solidFill>
                </a:rPr>
                <a:t>Start</a:t>
              </a:r>
              <a:endParaRPr lang="en-US" sz="1100" dirty="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A35DD5A7-6252-02CB-1B9C-3ECEBF9B4F9B}"/>
                </a:ext>
              </a:extLst>
            </p:cNvPr>
            <p:cNvSpPr/>
            <p:nvPr/>
          </p:nvSpPr>
          <p:spPr>
            <a:xfrm>
              <a:off x="2606040" y="4709160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A2356"/>
                  </a:solidFill>
                </a:rPr>
                <a:t>Monthly evidence</a:t>
              </a:r>
              <a:endParaRPr lang="en-US" sz="1100" dirty="0"/>
            </a:p>
          </p:txBody>
        </p:sp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F5F7FBBF-C30D-71EF-3C47-1A7B2E83B143}"/>
                </a:ext>
              </a:extLst>
            </p:cNvPr>
            <p:cNvSpPr/>
            <p:nvPr/>
          </p:nvSpPr>
          <p:spPr>
            <a:xfrm>
              <a:off x="4800600" y="4709160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A2356"/>
                  </a:solidFill>
                </a:rPr>
                <a:t>EPA ready</a:t>
              </a:r>
              <a:endParaRPr lang="en-US" sz="1100" dirty="0"/>
            </a:p>
          </p:txBody>
        </p:sp>
      </p:grpSp>
      <p:sp>
        <p:nvSpPr>
          <p:cNvPr id="20" name="Text 13">
            <a:extLst>
              <a:ext uri="{FF2B5EF4-FFF2-40B4-BE49-F238E27FC236}">
                <a16:creationId xmlns:a16="http://schemas.microsoft.com/office/drawing/2014/main" id="{23B762CD-A248-1039-F569-42F4223C87D0}"/>
              </a:ext>
            </a:extLst>
          </p:cNvPr>
          <p:cNvSpPr/>
          <p:nvPr/>
        </p:nvSpPr>
        <p:spPr>
          <a:xfrm>
            <a:off x="6537960" y="3931920"/>
            <a:ext cx="46634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03A6B"/>
                </a:solidFill>
              </a:rPr>
              <a:t>• Practice presentation for my EPA
• Demonstrate my workplace application
• Capture measurable impact for my employer</a:t>
            </a:r>
            <a:endParaRPr lang="en-US" sz="16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EEF37016-0A55-5854-E6B8-F4926E1F31F7}"/>
              </a:ext>
            </a:extLst>
          </p:cNvPr>
          <p:cNvSpPr/>
          <p:nvPr/>
        </p:nvSpPr>
        <p:spPr>
          <a:xfrm>
            <a:off x="7406640" y="362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356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6DB643B7-37F6-35DD-DADB-AF73C784D40C}"/>
              </a:ext>
            </a:extLst>
          </p:cNvPr>
          <p:cNvSpPr/>
          <p:nvPr/>
        </p:nvSpPr>
        <p:spPr>
          <a:xfrm>
            <a:off x="0" y="6382512"/>
            <a:ext cx="12192000" cy="384048"/>
          </a:xfrm>
          <a:prstGeom prst="rect">
            <a:avLst/>
          </a:prstGeom>
          <a:solidFill>
            <a:srgbClr val="4E36C8"/>
          </a:solidFill>
          <a:ln>
            <a:solidFill>
              <a:srgbClr val="4E36C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A23D"/>
                </a:solidFill>
              </a:rPr>
              <a:t>COACH TIP  </a:t>
            </a:r>
            <a:r>
              <a:rPr lang="en-US" sz="1200" dirty="0">
                <a:solidFill>
                  <a:srgbClr val="FFFFFF"/>
                </a:solidFill>
              </a:rPr>
              <a:t>Use specific examples and real outcomes — this is more than an update; it is evidence of growth.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6019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 w="12700">
            <a:solidFill>
              <a:srgbClr val="FBFA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have you learned this month?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AE0"/>
                </a:solidFill>
              </a:rPr>
              <a:t>Frame the month around progress, not just activity.</a:t>
            </a:r>
            <a:endParaRPr lang="en-US" sz="1200" b="1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566160" cy="3611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04088" y="1435608"/>
            <a:ext cx="3529584" cy="502920"/>
          </a:xfrm>
          <a:prstGeom prst="rect">
            <a:avLst/>
          </a:prstGeom>
          <a:solidFill>
            <a:srgbClr val="4E36C8"/>
          </a:solidFill>
          <a:ln w="12700">
            <a:solidFill>
              <a:srgbClr val="4E36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50392" y="153619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Topics &amp; modules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0392" y="2075688"/>
            <a:ext cx="323697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Key modules, workshops or sessions completed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New concepts you now understand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Any important terminology or frameworks you can now explain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417320"/>
            <a:ext cx="3566160" cy="3611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334256" y="1435608"/>
            <a:ext cx="3529584" cy="502920"/>
          </a:xfrm>
          <a:prstGeom prst="rect">
            <a:avLst/>
          </a:prstGeom>
          <a:solidFill>
            <a:srgbClr val="D8A23D"/>
          </a:solidFill>
          <a:ln w="12700">
            <a:solidFill>
              <a:srgbClr val="D8A2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80560" y="153619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Tools &amp; techniques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075688"/>
            <a:ext cx="323697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Software, methods or templates explored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New project controls approaches used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Processes you now feel more confident using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46136" y="1417320"/>
            <a:ext cx="3566160" cy="3611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964424" y="1435608"/>
            <a:ext cx="3529584" cy="502920"/>
          </a:xfrm>
          <a:prstGeom prst="rect">
            <a:avLst/>
          </a:prstGeom>
          <a:solidFill>
            <a:srgbClr val="6B5AE0"/>
          </a:solidFill>
          <a:ln w="12700">
            <a:solidFill>
              <a:srgbClr val="6B5A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110728" y="153619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Stretch &amp; challenge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10728" y="2075688"/>
            <a:ext cx="323697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Something that challenged your thinking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A problem you worked through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One thing you know now that you did not know before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-12309" y="6492240"/>
            <a:ext cx="12191695" cy="384048"/>
          </a:xfrm>
          <a:prstGeom prst="rect">
            <a:avLst/>
          </a:prstGeom>
          <a:solidFill>
            <a:srgbClr val="4E36C8"/>
          </a:solidFill>
          <a:ln>
            <a:solidFill>
              <a:srgbClr val="4E36C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A23D"/>
                </a:solidFill>
              </a:rPr>
              <a:t>COACH TIP  </a:t>
            </a:r>
            <a:r>
              <a:rPr lang="en-US" sz="1200" dirty="0">
                <a:solidFill>
                  <a:srgbClr val="FFFFFF"/>
                </a:solidFill>
              </a:rPr>
              <a:t>Aim for 2–3 strong examples rather than a long list.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GB" sz="1050" b="1">
              <a:solidFill>
                <a:srgbClr val="6B5AE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How have you applied your learning at work?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AE0"/>
                </a:solidFill>
              </a:rPr>
              <a:t>This is where learning becomes evidence.</a:t>
            </a:r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04088" y="1755648"/>
            <a:ext cx="2706624" cy="502920"/>
          </a:xfrm>
          <a:prstGeom prst="rect">
            <a:avLst/>
          </a:prstGeom>
          <a:solidFill>
            <a:srgbClr val="6B5AE0"/>
          </a:solidFill>
          <a:ln w="12700">
            <a:solidFill>
              <a:srgbClr val="6B5A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50392" y="185623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Before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0392" y="2395728"/>
            <a:ext cx="2414016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was the task, challenge or gap?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needed to improve?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Why did it matter?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94760" y="173736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813048" y="1755648"/>
            <a:ext cx="2706624" cy="502920"/>
          </a:xfrm>
          <a:prstGeom prst="rect">
            <a:avLst/>
          </a:prstGeom>
          <a:solidFill>
            <a:srgbClr val="D8A23D"/>
          </a:solidFill>
          <a:ln w="12700">
            <a:solidFill>
              <a:srgbClr val="D8A2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959352" y="1856232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59352" y="2395728"/>
            <a:ext cx="2414016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knowledge or method did you apply?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did you do differently?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Who was involved?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37033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922008" y="1755648"/>
            <a:ext cx="3666744" cy="502920"/>
          </a:xfrm>
          <a:prstGeom prst="rect">
            <a:avLst/>
          </a:prstGeom>
          <a:solidFill>
            <a:srgbClr val="4E36C8"/>
          </a:solidFill>
          <a:ln w="12700">
            <a:solidFill>
              <a:srgbClr val="4E36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068312" y="1856232"/>
            <a:ext cx="3374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Result/Impact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68312" y="2395728"/>
            <a:ext cx="3374136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changed as a result?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Time saved, quality improved, risk reduced, clearer reporting, better communication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If possible, quantify the outcome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6446520"/>
            <a:ext cx="12191694" cy="384048"/>
          </a:xfrm>
          <a:prstGeom prst="rect">
            <a:avLst/>
          </a:prstGeom>
          <a:solidFill>
            <a:srgbClr val="4E36C8"/>
          </a:solidFill>
          <a:ln>
            <a:solidFill>
              <a:srgbClr val="4E36C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A23D"/>
                </a:solidFill>
              </a:rPr>
              <a:t>COACH TIP  </a:t>
            </a:r>
            <a:r>
              <a:rPr lang="en-US" sz="1200" dirty="0">
                <a:solidFill>
                  <a:srgbClr val="FFFFFF"/>
                </a:solidFill>
              </a:rPr>
              <a:t>A simple before → action → result story is powerful and easy to present.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 w="12700">
            <a:solidFill>
              <a:srgbClr val="FBFA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Which KSBs have you demonstrated?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AE0"/>
                </a:solidFill>
              </a:rPr>
              <a:t>Translate learning into EPA language.</a:t>
            </a:r>
            <a:endParaRPr lang="en-US" sz="1200" b="1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47472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41248" y="1527048"/>
            <a:ext cx="3438144" cy="502920"/>
          </a:xfrm>
          <a:prstGeom prst="rect">
            <a:avLst/>
          </a:prstGeom>
          <a:solidFill>
            <a:srgbClr val="4E36C8"/>
          </a:solidFill>
          <a:ln w="12700">
            <a:solidFill>
              <a:srgbClr val="4E36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87552" y="162763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Knowledge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2167128"/>
            <a:ext cx="3145536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project controls knowledge did you strengthen?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principles, processes or standards can you now explain clearly?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Link your examples to what you learned this month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508760"/>
            <a:ext cx="347472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389120" y="1527048"/>
            <a:ext cx="3438144" cy="502920"/>
          </a:xfrm>
          <a:prstGeom prst="rect">
            <a:avLst/>
          </a:prstGeom>
          <a:solidFill>
            <a:srgbClr val="D8A23D"/>
          </a:solidFill>
          <a:ln w="12700">
            <a:solidFill>
              <a:srgbClr val="D8A2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35424" y="162763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Skills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35424" y="2167128"/>
            <a:ext cx="3145536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did you actively practise?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Forecasting, scheduling, reporting, analysis, stakeholder communication, planning or review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Focus on what you did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18704" y="1508760"/>
            <a:ext cx="3474720" cy="3749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936992" y="1527048"/>
            <a:ext cx="3438144" cy="502920"/>
          </a:xfrm>
          <a:prstGeom prst="rect">
            <a:avLst/>
          </a:prstGeom>
          <a:solidFill>
            <a:srgbClr val="6B5AE0"/>
          </a:solidFill>
          <a:ln w="12700">
            <a:solidFill>
              <a:srgbClr val="6B5A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Behaviours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83296" y="2167128"/>
            <a:ext cx="3145536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How did you work?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Professionalism, attention to detail, ownership, collaboration, resilience, curiosity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Choose behaviours you can evidence</a:t>
            </a:r>
            <a:endParaRPr lang="en-US" sz="13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634782F8-6258-1963-3065-835B1C9CB0AE}"/>
              </a:ext>
            </a:extLst>
          </p:cNvPr>
          <p:cNvSpPr/>
          <p:nvPr/>
        </p:nvSpPr>
        <p:spPr>
          <a:xfrm>
            <a:off x="0" y="6446520"/>
            <a:ext cx="12191694" cy="384048"/>
          </a:xfrm>
          <a:prstGeom prst="rect">
            <a:avLst/>
          </a:prstGeom>
          <a:solidFill>
            <a:srgbClr val="4E36C8"/>
          </a:solidFill>
          <a:ln>
            <a:solidFill>
              <a:srgbClr val="4E36C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A23D"/>
                </a:solidFill>
              </a:rPr>
              <a:t>COACH TIP  </a:t>
            </a:r>
            <a:r>
              <a:rPr lang="en-GB" sz="1200" dirty="0">
                <a:solidFill>
                  <a:srgbClr val="FFFFFF"/>
                </a:solidFill>
              </a:rPr>
              <a:t>If you can describe the task, the action you took, and the result, the KSB link is usually easier to identify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 w="12700">
            <a:solidFill>
              <a:srgbClr val="FBFA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What resources supported your development?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AE0"/>
                </a:solidFill>
              </a:rPr>
              <a:t>Show how you learn effectively and independently.</a:t>
            </a:r>
            <a:endParaRPr lang="en-US" sz="1200" b="1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3657600" cy="3840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95528" y="1481328"/>
            <a:ext cx="3621024" cy="502920"/>
          </a:xfrm>
          <a:prstGeom prst="rect">
            <a:avLst/>
          </a:prstGeom>
          <a:solidFill>
            <a:srgbClr val="4E36C8"/>
          </a:solidFill>
          <a:ln w="12700">
            <a:solidFill>
              <a:srgbClr val="4E36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41832" y="1581912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Useful resources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2121408"/>
            <a:ext cx="3328416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Workshops, course materials, recordings or handouts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Company systems, templates or examples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Articles, standards or software guidance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463040"/>
            <a:ext cx="3063240" cy="38404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544568" y="1481328"/>
            <a:ext cx="3026664" cy="502920"/>
          </a:xfrm>
          <a:prstGeom prst="rect">
            <a:avLst/>
          </a:prstGeom>
          <a:solidFill>
            <a:srgbClr val="D8A23D"/>
          </a:solidFill>
          <a:ln w="12700">
            <a:solidFill>
              <a:srgbClr val="D8A2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690872" y="1581912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Why they helped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90872" y="2121408"/>
            <a:ext cx="2734056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Clarified a concept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Improved confidence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Helped you solve a real workplace problem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99248" y="146304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717536" y="1481328"/>
            <a:ext cx="3575304" cy="502920"/>
          </a:xfrm>
          <a:prstGeom prst="rect">
            <a:avLst/>
          </a:prstGeom>
          <a:solidFill>
            <a:srgbClr val="6B5AE0"/>
          </a:solidFill>
          <a:ln w="12700">
            <a:solidFill>
              <a:srgbClr val="6B5A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863840" y="1581912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to present it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63840" y="2121408"/>
            <a:ext cx="3282696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Mention the resource briefly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Explain what you took from it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Link it to the work you completed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-1" y="6460236"/>
            <a:ext cx="12191695" cy="384048"/>
          </a:xfrm>
          <a:prstGeom prst="rect">
            <a:avLst/>
          </a:prstGeom>
          <a:solidFill>
            <a:srgbClr val="4E36C8"/>
          </a:solidFill>
          <a:ln>
            <a:solidFill>
              <a:srgbClr val="4E36C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A23D"/>
                </a:solidFill>
              </a:rPr>
              <a:t>COACH TIP  </a:t>
            </a:r>
            <a:r>
              <a:rPr lang="en-US" sz="1200" dirty="0">
                <a:solidFill>
                  <a:srgbClr val="FFFFFF"/>
                </a:solidFill>
              </a:rPr>
              <a:t>Avoid listing everything — highlight the resources that genuinely moved your practice forward.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-27432"/>
            <a:ext cx="12191695" cy="6858000"/>
          </a:xfrm>
          <a:prstGeom prst="rect">
            <a:avLst/>
          </a:prstGeom>
          <a:solidFill>
            <a:srgbClr val="FBFAFF"/>
          </a:solidFill>
          <a:ln w="12700">
            <a:solidFill>
              <a:srgbClr val="FBFA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79" y="411480"/>
            <a:ext cx="940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What impact did your learning have on the organisation?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AE0"/>
                </a:solidFill>
              </a:rPr>
              <a:t>Make the employer value visible.</a:t>
            </a:r>
            <a:endParaRPr lang="en-US" sz="1200" b="1" dirty="0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86968" y="1572768"/>
            <a:ext cx="3346704" cy="502920"/>
          </a:xfrm>
          <a:prstGeom prst="rect">
            <a:avLst/>
          </a:prstGeom>
          <a:solidFill>
            <a:srgbClr val="4E36C8"/>
          </a:solidFill>
          <a:ln w="12700">
            <a:solidFill>
              <a:srgbClr val="4E36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33272" y="167335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Operational impact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3272" y="2212848"/>
            <a:ext cx="305409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Faster processes or clearer reporting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Better planning, visibility or control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Reduced rework or stronger consistency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7408" y="155448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425696" y="1572768"/>
            <a:ext cx="3346704" cy="502920"/>
          </a:xfrm>
          <a:prstGeom prst="rect">
            <a:avLst/>
          </a:prstGeom>
          <a:solidFill>
            <a:srgbClr val="D8A23D"/>
          </a:solidFill>
          <a:ln w="12700">
            <a:solidFill>
              <a:srgbClr val="D8A2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0" y="167335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Business value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212848"/>
            <a:ext cx="305409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Time saved, costs avoided or improved quality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Better decision-making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Support for team or project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46136" y="155448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964424" y="1572768"/>
            <a:ext cx="3346704" cy="502920"/>
          </a:xfrm>
          <a:prstGeom prst="rect">
            <a:avLst/>
          </a:prstGeom>
          <a:solidFill>
            <a:srgbClr val="6B5AE0"/>
          </a:solidFill>
          <a:ln w="12700">
            <a:solidFill>
              <a:srgbClr val="6B5A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110728" y="167335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People &amp; stakeholders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10728" y="2212848"/>
            <a:ext cx="305409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Better communication with managers or teams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Increased confidence and professionalism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More trust in your contribution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2852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03A6B"/>
                </a:solidFill>
              </a:rPr>
              <a:t>Best practice: describe one change you made, then explain the benefit to the team or organisation.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0" y="6446520"/>
            <a:ext cx="12191694" cy="384048"/>
          </a:xfrm>
          <a:prstGeom prst="rect">
            <a:avLst/>
          </a:prstGeom>
          <a:solidFill>
            <a:srgbClr val="4E36C8"/>
          </a:solidFill>
          <a:ln>
            <a:solidFill>
              <a:srgbClr val="4E36C8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A23D"/>
                </a:solidFill>
              </a:rPr>
              <a:t>COACH TIP  </a:t>
            </a:r>
            <a:r>
              <a:rPr lang="en-US" sz="1200" dirty="0">
                <a:solidFill>
                  <a:srgbClr val="FFFFFF"/>
                </a:solidFill>
              </a:rPr>
              <a:t>Impact is not only financial — improved clarity, control and confidence also matter.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 w="12700">
            <a:solidFill>
              <a:srgbClr val="FBFA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3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Reflect and look ahead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AE0"/>
                </a:solidFill>
              </a:rPr>
              <a:t>Finish strongly and set up next month.</a:t>
            </a:r>
            <a:endParaRPr lang="en-US" sz="1200" b="1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48920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41248" y="1572768"/>
            <a:ext cx="4855464" cy="502920"/>
          </a:xfrm>
          <a:prstGeom prst="rect">
            <a:avLst/>
          </a:prstGeom>
          <a:solidFill>
            <a:srgbClr val="4E36C8"/>
          </a:solidFill>
          <a:ln w="12700">
            <a:solidFill>
              <a:srgbClr val="4E36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87552" y="1673352"/>
            <a:ext cx="4562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Reflection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2212848"/>
            <a:ext cx="4562856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went well this month?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are you most proud of?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would you do differently next time?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55448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E1FF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007608" y="1572768"/>
            <a:ext cx="5312664" cy="502920"/>
          </a:xfrm>
          <a:prstGeom prst="rect">
            <a:avLst/>
          </a:prstGeom>
          <a:solidFill>
            <a:srgbClr val="D8A23D"/>
          </a:solidFill>
          <a:ln w="12700">
            <a:solidFill>
              <a:srgbClr val="D8A2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153912" y="1673352"/>
            <a:ext cx="5020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Next month focus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53912" y="2212848"/>
            <a:ext cx="5020056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is your next development priority?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will you apply in the workplace?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403A6B"/>
                </a:solidFill>
              </a:rPr>
              <a:t>What support or feedback do you need?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" y="6423660"/>
            <a:ext cx="12127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356"/>
                </a:solidFill>
              </a:rPr>
              <a:t>Note: Book your monthly call using my Teams link. If you cannot find a suitable slot, contact me via WhatsApp and I can book on your behalf.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722</Words>
  <Application>Microsoft Office PowerPoint</Application>
  <PresentationFormat>Widescreen</PresentationFormat>
  <Paragraphs>102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Kent Business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 Monthly Coaching Meeting</dc:title>
  <dc:subject>Learner Monthly Coaching Meeting</dc:subject>
  <dc:creator>OpenAI</dc:creator>
  <cp:lastModifiedBy>Patryk Zajac</cp:lastModifiedBy>
  <cp:revision>3</cp:revision>
  <dcterms:created xsi:type="dcterms:W3CDTF">2026-04-01T11:10:16Z</dcterms:created>
  <dcterms:modified xsi:type="dcterms:W3CDTF">2026-09-07T09:52:32Z</dcterms:modified>
</cp:coreProperties>
</file>